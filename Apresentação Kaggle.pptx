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72847-D172-4BD5-AB31-4F4EA269301E}">
  <a:tblStyle styleId="{BAE72847-D172-4BD5-AB31-4F4EA26930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f73daad0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f73daad0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f73daad0d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f73daad0d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f73daad0d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f73daad0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f73daad0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f73daad0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f73daad0d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f73daad0d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f73daad0d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f73daad0d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f73daad0d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f73daad0d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f73daad0d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f73daad0d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f73daad0d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f73daad0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f73daad0d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f73daad0d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f73daad0d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df73daad0d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f73daad0d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f73daad0d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f73daad0d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f73daad0d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69849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 Predição de Diabetes com 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Dataset</a:t>
            </a:r>
            <a:r>
              <a:rPr lang="pt-BR" sz="2522"/>
              <a:t> utilizado: </a:t>
            </a:r>
            <a:r>
              <a:rPr b="0" lang="pt-BR" sz="2522"/>
              <a:t>Diabetes Dataset — Kaggle</a:t>
            </a:r>
            <a:endParaRPr b="0" sz="2522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Disciplina: </a:t>
            </a:r>
            <a:r>
              <a:rPr lang="pt-BR"/>
              <a:t>Inteligência Artificial;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Integrantes: </a:t>
            </a:r>
            <a:r>
              <a:rPr lang="pt-BR"/>
              <a:t>Gabriel Anael Strotkamp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36475" y="316275"/>
            <a:ext cx="4091700" cy="10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/>
              <a:t>Objetivo</a:t>
            </a:r>
            <a:endParaRPr sz="4300"/>
          </a:p>
        </p:txBody>
      </p:sp>
      <p:sp>
        <p:nvSpPr>
          <p:cNvPr id="284" name="Google Shape;284;p14"/>
          <p:cNvSpPr txBox="1"/>
          <p:nvPr>
            <p:ph idx="4294967295" type="body"/>
          </p:nvPr>
        </p:nvSpPr>
        <p:spPr>
          <a:xfrm>
            <a:off x="1424250" y="1359475"/>
            <a:ext cx="6880500" cy="21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pt-BR" sz="2223">
                <a:solidFill>
                  <a:schemeClr val="lt1"/>
                </a:solidFill>
              </a:rPr>
              <a:t>Desenvolver uma aplicação em Python capaz de:</a:t>
            </a:r>
            <a:endParaRPr b="1" sz="2223">
              <a:solidFill>
                <a:schemeClr val="lt1"/>
              </a:solidFill>
            </a:endParaRPr>
          </a:p>
          <a:p>
            <a:pPr indent="-369729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Char char="●"/>
            </a:pPr>
            <a:r>
              <a:rPr lang="pt-BR" sz="2223">
                <a:solidFill>
                  <a:schemeClr val="lt1"/>
                </a:solidFill>
              </a:rPr>
              <a:t>analisar dados médicos;</a:t>
            </a:r>
            <a:endParaRPr sz="2223">
              <a:solidFill>
                <a:schemeClr val="lt1"/>
              </a:solidFill>
            </a:endParaRPr>
          </a:p>
          <a:p>
            <a:pPr indent="-369729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Char char="●"/>
            </a:pPr>
            <a:r>
              <a:rPr lang="pt-BR" sz="2223">
                <a:solidFill>
                  <a:schemeClr val="lt1"/>
                </a:solidFill>
              </a:rPr>
              <a:t>gerar visualizações gráficas;</a:t>
            </a:r>
            <a:endParaRPr sz="2223">
              <a:solidFill>
                <a:schemeClr val="lt1"/>
              </a:solidFill>
            </a:endParaRPr>
          </a:p>
          <a:p>
            <a:pPr indent="-369729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Char char="●"/>
            </a:pPr>
            <a:r>
              <a:rPr lang="pt-BR" sz="2223">
                <a:solidFill>
                  <a:schemeClr val="lt1"/>
                </a:solidFill>
              </a:rPr>
              <a:t>aplicar Machine Learning;</a:t>
            </a:r>
            <a:endParaRPr sz="2223">
              <a:solidFill>
                <a:schemeClr val="lt1"/>
              </a:solidFill>
            </a:endParaRPr>
          </a:p>
          <a:p>
            <a:pPr indent="-369729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Char char="●"/>
            </a:pPr>
            <a:r>
              <a:rPr lang="pt-BR" sz="2223">
                <a:solidFill>
                  <a:schemeClr val="lt1"/>
                </a:solidFill>
              </a:rPr>
              <a:t>prever possíveis casos de diabetes.</a:t>
            </a:r>
            <a:endParaRPr sz="222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ctrTitle"/>
          </p:nvPr>
        </p:nvSpPr>
        <p:spPr>
          <a:xfrm>
            <a:off x="261425" y="180619"/>
            <a:ext cx="3747900" cy="9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 Escolhido</a:t>
            </a:r>
            <a:endParaRPr/>
          </a:p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1764900" y="2571750"/>
            <a:ext cx="6084000" cy="18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pt-BR" sz="2060"/>
              <a:t>Informações principais:</a:t>
            </a:r>
            <a:endParaRPr b="1" sz="2060"/>
          </a:p>
          <a:p>
            <a:pPr indent="-3594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pt-BR" sz="2060"/>
              <a:t>768</a:t>
            </a:r>
            <a:r>
              <a:rPr lang="pt-BR" sz="2060"/>
              <a:t> registros;</a:t>
            </a:r>
            <a:endParaRPr sz="2060"/>
          </a:p>
          <a:p>
            <a:pPr indent="-3594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pt-BR" sz="2060"/>
              <a:t>9 atributos;</a:t>
            </a:r>
            <a:endParaRPr sz="2060"/>
          </a:p>
          <a:p>
            <a:pPr indent="-3594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pt-BR" sz="2060"/>
              <a:t>dados médicos de pacientes;</a:t>
            </a:r>
            <a:endParaRPr sz="2060"/>
          </a:p>
          <a:p>
            <a:pPr indent="-35941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60"/>
              <a:buChar char="●"/>
            </a:pPr>
            <a:r>
              <a:rPr lang="pt-BR" sz="2060"/>
              <a:t>foco na previsão de diabetes.</a:t>
            </a:r>
            <a:endParaRPr sz="2060"/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261425" y="1057250"/>
            <a:ext cx="5218800" cy="12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pt-BR" sz="1900"/>
              <a:t>Dataset</a:t>
            </a:r>
            <a:r>
              <a:rPr lang="pt-BR" sz="1900"/>
              <a:t>: Diabetes Dataset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pt-BR" sz="1900"/>
              <a:t>Fonte</a:t>
            </a:r>
            <a:r>
              <a:rPr lang="pt-BR" sz="1900"/>
              <a:t>: https://www.kaggle.com/datasets/aibuzz/pima-indians-diabetes-database?utm_source=chatgpt.com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638225" y="194675"/>
            <a:ext cx="5857800" cy="8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Colunas do Dataset</a:t>
            </a:r>
            <a:endParaRPr/>
          </a:p>
        </p:txBody>
      </p:sp>
      <p:graphicFrame>
        <p:nvGraphicFramePr>
          <p:cNvPr id="297" name="Google Shape;297;p16"/>
          <p:cNvGraphicFramePr/>
          <p:nvPr/>
        </p:nvGraphicFramePr>
        <p:xfrm>
          <a:off x="1522450" y="99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{BAE72847-D172-4BD5-AB31-4F4EA269301E}</a:tableStyleId>
              </a:tblPr>
              <a:tblGrid>
                <a:gridCol w="2963550"/>
                <a:gridCol w="2894250"/>
              </a:tblGrid>
              <a:tr h="40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lt1"/>
                          </a:solidFill>
                        </a:rPr>
                        <a:t>Coluna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solidFill>
                            <a:schemeClr val="lt1"/>
                          </a:solidFill>
                        </a:rPr>
                        <a:t>Descrição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Pregnancies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Número de gestações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Glucose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Nível de glicose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BloodPressure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Pressão arterial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SkinThickness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Espessura da pele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Insulin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Nível de insulina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BMI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Índice de Massa Corporal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DiabetesPedigreeFunction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Histórico familiar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Age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Idade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Outcome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lt1"/>
                          </a:solidFill>
                        </a:rPr>
                        <a:t>Resultado do diagnóstico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/>
        </p:nvSpPr>
        <p:spPr>
          <a:xfrm>
            <a:off x="383150" y="371550"/>
            <a:ext cx="7953300" cy="3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900">
                <a:solidFill>
                  <a:schemeClr val="lt1"/>
                </a:solidFill>
              </a:rPr>
              <a:t>Tecnologias Utilizadas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</a:rPr>
              <a:t>Linguagem:</a:t>
            </a:r>
            <a:endParaRPr b="1" sz="23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Python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</a:rPr>
              <a:t>Bibliotecas:</a:t>
            </a:r>
            <a:endParaRPr b="1" sz="23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Pandas → manipulação de dados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Matplotlib → gráficos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Seaborn → visualizações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Scikit-Learn → Machine Learning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/>
        </p:nvSpPr>
        <p:spPr>
          <a:xfrm>
            <a:off x="0" y="0"/>
            <a:ext cx="44817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900">
                <a:solidFill>
                  <a:schemeClr val="lt1"/>
                </a:solidFill>
              </a:rPr>
              <a:t>O que o Código Faz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</a:rPr>
              <a:t>Etapas da aplicação</a:t>
            </a:r>
            <a:endParaRPr b="1"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1. Leitura do dataset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O sistema carrega o arquivo CSV.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2. Análise dos dados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São exibidas: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estatísticas;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médias;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distribuição;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informações das colunas.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4481700" y="738900"/>
            <a:ext cx="37503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3. Criação de gráficos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O sistema gera visualizações para facilitar a interpretação dos dados.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4. Treinamento da IA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Foi utilizado o algoritmo: </a:t>
            </a:r>
            <a:r>
              <a:rPr b="1" lang="pt-BR" sz="1700">
                <a:solidFill>
                  <a:schemeClr val="lt1"/>
                </a:solidFill>
              </a:rPr>
              <a:t>R</a:t>
            </a:r>
            <a:r>
              <a:rPr b="1" lang="pt-BR" sz="1700">
                <a:solidFill>
                  <a:schemeClr val="lt1"/>
                </a:solidFill>
              </a:rPr>
              <a:t>a</a:t>
            </a:r>
            <a:r>
              <a:rPr b="1" lang="pt-BR" sz="1700">
                <a:solidFill>
                  <a:schemeClr val="lt1"/>
                </a:solidFill>
              </a:rPr>
              <a:t>ndom Forest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5. Previsão de diabetes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O modelo tenta identificar pacientes com diabetes.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/>
        </p:nvSpPr>
        <p:spPr>
          <a:xfrm>
            <a:off x="1393275" y="0"/>
            <a:ext cx="6246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900">
                <a:solidFill>
                  <a:schemeClr val="lt1"/>
                </a:solidFill>
              </a:rPr>
              <a:t>Gráfico: Distribuição de Diabetes</a:t>
            </a:r>
            <a:endParaRPr b="1" sz="2900">
              <a:solidFill>
                <a:schemeClr val="lt1"/>
              </a:solidFill>
            </a:endParaRPr>
          </a:p>
        </p:txBody>
      </p:sp>
      <p:pic>
        <p:nvPicPr>
          <p:cNvPr id="314" name="Google Shape;314;p19" title="grafico_distribui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3600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5991100" y="1422175"/>
            <a:ext cx="30000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O que o gráfico mostra?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lt1"/>
                </a:solidFill>
              </a:rPr>
              <a:t>Quantidade de pacientes: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com diabetes;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pt-BR" sz="1700">
                <a:solidFill>
                  <a:schemeClr val="lt1"/>
                </a:solidFill>
              </a:rPr>
              <a:t>sem diabetes.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/>
        </p:nvSpPr>
        <p:spPr>
          <a:xfrm>
            <a:off x="0" y="0"/>
            <a:ext cx="477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Gráfico: Heatmap de Correlação</a:t>
            </a:r>
            <a:endParaRPr sz="2500"/>
          </a:p>
        </p:txBody>
      </p:sp>
      <p:pic>
        <p:nvPicPr>
          <p:cNvPr id="321" name="Google Shape;321;p20" title="grafico_correla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700" y="569400"/>
            <a:ext cx="5336625" cy="42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197375" y="1091375"/>
            <a:ext cx="34716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900"/>
              <a:t>O que o gráfico mostra?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/>
              <a:t>A relação entre as variáveis do dataset.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/>
              <a:t>A correlação varia entre: −1≤ r ≤1-1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idx="1" type="subTitle"/>
          </p:nvPr>
        </p:nvSpPr>
        <p:spPr>
          <a:xfrm>
            <a:off x="92525" y="206000"/>
            <a:ext cx="55734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Gráfico: Glicose x Resultado</a:t>
            </a:r>
            <a:endParaRPr sz="2500"/>
          </a:p>
        </p:txBody>
      </p:sp>
      <p:sp>
        <p:nvSpPr>
          <p:cNvPr id="328" name="Google Shape;328;p21"/>
          <p:cNvSpPr txBox="1"/>
          <p:nvPr/>
        </p:nvSpPr>
        <p:spPr>
          <a:xfrm>
            <a:off x="0" y="1758600"/>
            <a:ext cx="38547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lt1"/>
                </a:solidFill>
              </a:rPr>
              <a:t>O que o gráfico mostra?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Comparação dos níveis de glicose entre: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pt-BR" sz="1500">
                <a:solidFill>
                  <a:schemeClr val="lt1"/>
                </a:solidFill>
              </a:rPr>
              <a:t>pacientes diabéticos;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pt-BR" sz="1500">
                <a:solidFill>
                  <a:schemeClr val="lt1"/>
                </a:solidFill>
              </a:rPr>
              <a:t>pacientes não diabéticos.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329" name="Google Shape;329;p21" title="grafico_glico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100" y="1053800"/>
            <a:ext cx="4984500" cy="311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2" title="grafico_importanci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225" y="975250"/>
            <a:ext cx="6334776" cy="39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>
            <p:ph idx="4294967295" type="subTitle"/>
          </p:nvPr>
        </p:nvSpPr>
        <p:spPr>
          <a:xfrm>
            <a:off x="92525" y="206000"/>
            <a:ext cx="55734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2500">
                <a:solidFill>
                  <a:schemeClr val="lt1"/>
                </a:solidFill>
              </a:rPr>
              <a:t>Gráfico: Importância das Variáveis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0" y="1590625"/>
            <a:ext cx="2809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lt1"/>
                </a:solidFill>
              </a:rPr>
              <a:t>O que o gráfico mostra?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lt1"/>
                </a:solidFill>
              </a:rPr>
              <a:t>As variáveis mais importantes para a IA tomar decisões.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/>
        </p:nvSpPr>
        <p:spPr>
          <a:xfrm>
            <a:off x="1439725" y="0"/>
            <a:ext cx="4783500" cy="3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chemeClr val="lt1"/>
                </a:solidFill>
              </a:rPr>
              <a:t>Resultado do Modelo</a:t>
            </a:r>
            <a:endParaRPr b="1" sz="3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Algoritmo utilizado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Random Forest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Resultado obtido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Acurácia aproximada: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</a:rPr>
              <a:t>72%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/>
        </p:nvSpPr>
        <p:spPr>
          <a:xfrm>
            <a:off x="0" y="0"/>
            <a:ext cx="40521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</a:rPr>
              <a:t>Por que é um bom Dataset?</a:t>
            </a:r>
            <a:endParaRPr b="1"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</a:rPr>
              <a:t>O dataset é interessante porque: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</a:rPr>
              <a:t>Possui dados reais da área da saúde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</a:rPr>
              <a:t>E amplamente utilizado em estudo</a:t>
            </a:r>
            <a:r>
              <a:rPr b="1" lang="pt-BR" sz="1300">
                <a:solidFill>
                  <a:schemeClr val="lt1"/>
                </a:solidFill>
              </a:rPr>
              <a:t>s</a:t>
            </a:r>
            <a:r>
              <a:rPr b="1" lang="pt-BR" sz="1300">
                <a:solidFill>
                  <a:schemeClr val="lt1"/>
                </a:solidFill>
              </a:rPr>
              <a:t> de IA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</a:rPr>
              <a:t>Permite aplicar: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</a:rPr>
              <a:t>análise exploratória;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</a:rPr>
              <a:t>classificação;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</a:rPr>
              <a:t>Machine Learning</a:t>
            </a:r>
            <a:r>
              <a:rPr lang="pt-BR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4052100" y="986900"/>
            <a:ext cx="4899600" cy="27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</a:rPr>
              <a:t> Possui variáveis importantes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Como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pt-BR" sz="1300">
                <a:solidFill>
                  <a:schemeClr val="lt1"/>
                </a:solidFill>
              </a:rPr>
              <a:t>glicose;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pt-BR" sz="1300">
                <a:solidFill>
                  <a:schemeClr val="lt1"/>
                </a:solidFill>
              </a:rPr>
              <a:t>idade;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pt-BR" sz="1300">
                <a:solidFill>
                  <a:schemeClr val="lt1"/>
                </a:solidFill>
              </a:rPr>
              <a:t>IMC;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pt-BR" sz="1300">
                <a:solidFill>
                  <a:schemeClr val="lt1"/>
                </a:solidFill>
              </a:rPr>
              <a:t>pressão arterial.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</a:rPr>
              <a:t>Fácil interpretação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Os resultados são claros e fáceis de visualizar</a:t>
            </a:r>
            <a:r>
              <a:rPr lang="pt-BR" sz="900">
                <a:solidFill>
                  <a:schemeClr val="lt1"/>
                </a:solidFill>
              </a:rPr>
              <a:t>.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/>
        </p:nvSpPr>
        <p:spPr>
          <a:xfrm>
            <a:off x="72900" y="0"/>
            <a:ext cx="8998200" cy="4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3100">
                <a:solidFill>
                  <a:schemeClr val="lt1"/>
                </a:solidFill>
              </a:rPr>
              <a:t>Conclusão</a:t>
            </a:r>
            <a:endParaRPr b="1" sz="3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</a:endParaRPr>
          </a:p>
          <a:p>
            <a:pPr indent="539999" lvl="0" marL="360001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</a:rPr>
              <a:t>O projeto permitiu aplicar conceitos de Inteligência Artificial e análise de dados em um problema real da área da saúde.</a:t>
            </a:r>
            <a:endParaRPr sz="2200">
              <a:solidFill>
                <a:schemeClr val="lt1"/>
              </a:solidFill>
            </a:endParaRPr>
          </a:p>
          <a:p>
            <a:pPr indent="518999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</a:rPr>
              <a:t>Os resultados mostraram que variáveis como glicose, IMC e idade possuem forte influência no diagnóstico de diabetes.</a:t>
            </a:r>
            <a:endParaRPr sz="2200">
              <a:solidFill>
                <a:schemeClr val="lt1"/>
              </a:solidFill>
            </a:endParaRPr>
          </a:p>
          <a:p>
            <a:pPr indent="518999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chemeClr val="lt1"/>
                </a:solidFill>
              </a:rPr>
              <a:t>O modelo Random Forest apresentou desempenho satisfatório na classificação dos pacientes.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358" name="Google Shape;358;p26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Perguntas?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